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82C5B"/>
                </a:solidFill>
              </a:rPr>
              <a:t>Reproducing SpectrumFM Phase-10 Ignition
on Commodity GPUs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66666"/>
                </a:solidFill>
              </a:rPr>
              <a:t>Phase 13 Internal Reproduction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Greg Benson, USF  ·  29 May 2026  ·  SpectrumFM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Context — “one model, six classes”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182C5B"/>
                </a:solidFill>
              </a:rPr>
              <a:t>“The central claim is 'one model, six classes': a single SpectrumFM with one set of weights will handle six DESI target classes at production-grade quality. — DOE Genesis Project Narrative, v7”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92608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97680"/>
                <a:gridCol w="4572000"/>
              </a:tblGrid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Regime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Phase I approach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Label-rich (Redrock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LRG, ELG, QSO (extragalactic); MWS (stars)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Pre-training + auxiliary redshift head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Extensibility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LBGs, LAEs (extragalactic)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Few-shot fine-tuning, ≤ 5,000 examples per class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This work validates the Phase-I pre-training + auxiliary redshift head architecture at small scale on commodity GPUs.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DOE Genesis SpectrumFM proposal v7 (Huang PI / USF, LBNL, NOIRLab, FSU)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I Milestones — where this work lands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685800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Measurable milestone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Curation and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DESI corpus and VI labels assembled. Architecture (auxiliary redshift head, physical prior regularization, MSM) implemented and validated on small-scale runs.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4–6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Pre-training from Scratch and Label-Rich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Full-scale pre-training on Perlmutter executed; scaling curves established. Objective 2a complete.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7–9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Extensibility, Alignment, and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Human Alignment Training executed. Objectives 1, 2b, and 3 complete. Phase I report and Phase II proposal submitted.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Months 1–3 explicitly call for “small-scale” validation of the auxiliary redshift head — this is exactly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Also de-risks the small-scale-runs requirement before ERCAP allocation lands.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Quotes verbatim from proposals/doe_genesis_spectrumfm_project_narrative_v7.docx, Section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Local toolchain — Track 2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66666"/>
                </a:solidFill>
              </a:rPr>
              <a:t>Yaml-driven experiment runner, parses both redshifty and codecs metric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tools/spectrumfm/exp_run.py — yaml spec → subprocess + tee + metric parse → metrics.jsonl + summary.md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tools/spectrumfm/exp_analyze.py — --digest &lt;run&gt; and --compare &lt;runs...&gt; (markdown table + PNG plot)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tools/spectrumfm/download_desi_subset.py — public DESI mirror, --release {edr,dr1}, resumable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Drives both repos via one interface, mirroring redshifty/RESEARCH_LOG.md format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Five Approach-A arms (broken, phase10, xlarge, seed sweep, mix) ran through this harness unchanged.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Outputs preserved under experiments/runs/&lt;run_id&gt;/ with spec.yaml + stdout.log + metrics.jsonl + summary.md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~350 lines of Python total for the harness.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Data — local DESI mix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Survey ×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Pixels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Disk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sv3 × bright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EDR/fuji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304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sv3 ×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EDR/fuji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356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main × bright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DR1/iron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 36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main ×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DR1/iron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 60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1,137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757 GiB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1,817,790 raw spectra; 480k after quality cut (ZCAT_PRIMARY ∧ COADD_FIBERSTATUS=0 ∧ OBJTYPE='TGT').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NERSC reference: 200 healpix / 394k spectra across the SAME 4 combinations.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Our local set has 5.7× more pixels and 4.6× more raw spectra than the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Pulled by tools/spectrumfm/download_desi_subset.py over ~3 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V1 tokenizer — local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</a:rPr>
              <a:t>• Architecture: ConvNeXt-V2 encoder/decoder + Look-Up-Free Quantizer (LFQ, dim=10, codebook=1024).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Trained: 15,000 steps, batch 16, lr 3e-4, AMP enabled, one NVIDIA L4.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Result: val_total = 1.70, val_recon = 1.38 at step 13,000 (best ckpt).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NERSC reference: val_recon = 1.35 at step 16,500 on 200 healpix / 394k spectra.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63A3A"/>
                </a:solidFill>
              </a:rPr>
              <a:t>Matched the NERSC baseline within 0.03 on val_recon — on roughly half the training corpus.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Frozen as the spectrum tokenizer for every Approach-A run that follows.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Diagnostic journey — 4 hypotheses for the ignition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560320"/>
                <a:gridCol w="420624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Evidence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Hparam mismatch (Phase 9 batch/lr × Phase 10 mask)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Necessary but not 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Fix doubled peak val_z_acc 3.9 → 8.2%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scale (need ≥394k spectra)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Ruled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729k matched 219k exactly (6–8% plateau)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Random-seed luck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Ruled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4-seed sweep: 3.8%–8.8% range (1–3pp std)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MIX (sv3+main × bright+dark)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First arm to ignite, sustained ≥10%, AR/TF 0.73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The buried clue: published log line “200 healpix files (sv3+main, bright+dark)” — easy to misread as 200 sv3-bright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Each row took 5–8 h of training to confirm or refute.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Ignition achieved — mix-run val trajectory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3931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val_z_acc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val_loss_redshift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4.08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3.81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3.69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diversity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Mix run (red): first to cross sustained 10%; reaches lowest val_loss (190.7).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Pass criteria from the plan — all three met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3200400"/>
                <a:gridCol w="1371600"/>
              </a:tblGrid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Verdict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val_redshift_acc sustained ≥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≥10% across 2+ 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10.85% @ step 9000, 14.86% @ step 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val_loss_redshift cumulative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4.88 → 3.69 (drop 1.19)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AR / TF ratio at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7.96% / 10.85% = 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Best val_loss = 190.67 (vs all prior runs' 200–225 floor).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AR/TF ratio 0.73 vs NERSC reference 0.74 — quantitatively matches the published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14 — 2×L4 rerun + V2 tokenizer revisit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9509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188720"/>
                <a:gridCol w="2651760"/>
                <a:gridCol w="1828800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TF z_acc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AR z_acc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codebook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fair good-z (&lt;0.0033)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V1 (256-lvl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5.00 bits (163 codes)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0.192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V2 + skips (1024-lvl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0.00 bits (1 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V2 no-skip (1024-lvl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5.24 bits (113 codes)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0.192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v1_v2_l4x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651760"/>
            <a:ext cx="7772400" cy="29893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63A3A"/>
                </a:solidFill>
              </a:rPr>
              <a:t>V1 reaches 3.7× the A16 mix run. V2's U-Net skips bypass the quantizer → codebook collapses (1 code) → 0% redshift; skip-free V2 ties V1. Reconstruction quality ≠ tokenizer 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22222"/>
                </a:solidFill>
              </a:rPr>
              <a:t>• DONE: 2×L4 rerun (correct PCI_BUS_ID mapping, bf16, eff batch 64) → V1 55% TF / 57% AR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3.7× the A16 mix run; honest AR matches the NERSC reference (55%)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DONE: V2 tokenizer revisited — skip-bypass codebook collapse diagnosed and fixed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Skip-free V2 ties V1: codebook entropy, not reconstruction loss, predicts usefulness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Next: codecs (Mamba3+RFSQ) tokenizer swap — head-to-head vs the local V1 baseline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The Phase-I architectural claim the proposal targets for Months 1–3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Next: scale steps/data toward the NERSC 73.8% peak (local config plateaus ~55%)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Open PRs: cosmologyfoundation/redshifty#1 (+ multi-GPU fixes), codecs#1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None of the next items depend on NERSC compute.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Acknowledgments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Jonathan Samuel (USF) — author of the redshifty Approach-A repo and the PRODUCTION_RUN_PLAN.md / RESEARCH_LOG.md that this reproduction works against.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Xiaosheng Huang (USF) — SpectrumFM PI; spectroscopy-side architecture review.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Stephen Bailey (LBNL) — Redrock + DESI corpus expertise that grounds the 4-way data-mix interpretation.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DESI Collaboration — public EDR/DR1 data tier.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Anthropic / Claude Code — the diagnostic-ladder + harness implementation pair-programmer.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82C5B"/>
                </a:solidFill>
              </a:rPr>
              <a:t>Questions / discussion / PR review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