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0"/>
            <a:ext cx="112745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182C5B"/>
                </a:solidFill>
              </a:rPr>
              <a:t>Reproducing SpectrumFM Phase-10 Ignition
on Commodity GPUs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02336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666666"/>
                </a:solidFill>
              </a:rPr>
              <a:t>Phase 13 Internal Reproduction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4632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222222"/>
                </a:solidFill>
              </a:rPr>
              <a:t>Greg Benson, USF  ·  29 May 2026  ·  SpectrumFM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Context — “one model, six classes”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01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i="1">
                <a:solidFill>
                  <a:srgbClr val="182C5B"/>
                </a:solidFill>
              </a:rPr>
              <a:t>“The central claim is 'one model, six classes': a single SpectrumFM with one set of weights will handle six DESI target classes at production-grade quality. — DOE Genesis Project Narrative, v7”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926080"/>
          <a:ext cx="109728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297680"/>
                <a:gridCol w="4572000"/>
              </a:tblGrid>
              <a:tr h="8229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Regime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Classes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Phase I approach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Label-rich (Redrock 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LRG, ELG, QSO (extragalactic); MWS (stars)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Pre-training + auxiliary redshift head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Extensibility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LBGs, LAEs (extragalactic)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Few-shot fine-tuning, ≤ 5,000 examples per class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66928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</a:rPr>
              <a:t>This work validates the Phase-I pre-training + auxiliary redshift head architecture at small scale on commodity GPUs.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DOE Genesis SpectrumFM proposal v7 (Huang PI / USF, LBNL, NOIRLab, FSU)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Phase I Milestones — where this work lands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468880"/>
                <a:gridCol w="6858000"/>
              </a:tblGrid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Timeline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Focus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Measurable milestone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Months 1–3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Data Curation and Architecture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DESI corpus and VI labels assembled. Architecture (auxiliary redshift head, physical prior regularization, MSM) implemented and validated on small-scale runs.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Months 4–6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Pre-training from Scratch and Label-Rich Performance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Full-scale pre-training on Perlmutter executed; scaling curves established. Objective 2a complete.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Months 7–9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Extensibility, Alignment, and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Human Alignment Training executed. Objectives 1, 2b, and 3 complete. Phase I report and Phase II proposal submitted.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84632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C63A3A"/>
                </a:solidFill>
              </a:rPr>
              <a:t>Months 1–3 explicitly call for “small-scale” validation of the auxiliary redshift head — this is exactly that.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9496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</a:rPr>
              <a:t>Also de-risks the small-scale-runs requirement before ERCAP allocation lands.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Quotes verbatim from proposals/doe_genesis_spectrumfm_project_narrative_v7.docx, Section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Local toolchain — Track 2 harness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666666"/>
                </a:solidFill>
              </a:rPr>
              <a:t>Yaml-driven experiment runner, parses both redshifty and codecs metric streams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745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>
                <a:solidFill>
                  <a:srgbClr val="222222"/>
                </a:solidFill>
              </a:rPr>
              <a:t>• tools/spectrumfm/exp_run.py — yaml spec → subprocess + tee + metric parse → metrics.jsonl + summary.md</a:t>
            </a:r>
          </a:p>
          <a:p>
            <a:pPr/>
            <a:r>
              <a:rPr sz="1600">
                <a:solidFill>
                  <a:srgbClr val="222222"/>
                </a:solidFill>
              </a:rPr>
              <a:t>• tools/spectrumfm/exp_analyze.py — --digest &lt;run&gt; and --compare &lt;runs...&gt; (markdown table + PNG plot)</a:t>
            </a:r>
          </a:p>
          <a:p>
            <a:pPr/>
            <a:r>
              <a:rPr sz="1600">
                <a:solidFill>
                  <a:srgbClr val="222222"/>
                </a:solidFill>
              </a:rPr>
              <a:t>• tools/spectrumfm/download_desi_subset.py — public DESI mirror, --release {edr,dr1}, resumable</a:t>
            </a:r>
          </a:p>
          <a:p>
            <a:pPr lvl="1"/>
            <a:r>
              <a:rPr sz="1400">
                <a:solidFill>
                  <a:srgbClr val="222222"/>
                </a:solidFill>
              </a:rPr>
              <a:t>– Drives both repos via one interface, mirroring redshifty/RESEARCH_LOG.md format</a:t>
            </a:r>
          </a:p>
          <a:p>
            <a:pPr/>
            <a:r>
              <a:rPr sz="1600">
                <a:solidFill>
                  <a:srgbClr val="222222"/>
                </a:solidFill>
              </a:rPr>
              <a:t>• Five Approach-A arms (broken, phase10, xlarge, seed sweep, mix) ran through this harness unchanged.</a:t>
            </a:r>
          </a:p>
          <a:p>
            <a:pPr lvl="1"/>
            <a:r>
              <a:rPr sz="1400">
                <a:solidFill>
                  <a:srgbClr val="222222"/>
                </a:solidFill>
              </a:rPr>
              <a:t>– Outputs preserved under experiments/runs/&lt;run_id&gt;/ with spec.yaml + stdout.log + metrics.jsonl + summary.md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~350 lines of Python total for the harness.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Data — local DESI mix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286000"/>
                <a:gridCol w="2286000"/>
                <a:gridCol w="320040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Survey × program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Production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Pixels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82C5B"/>
                          </a:solidFill>
                        </a:rPr>
                        <a:t>Disk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sv3 × bright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EDR/fuji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304 GiB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sv3 × dark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EDR/fuji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356 GiB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main × bright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DR1/iron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 36 GiB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main × dark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DR1/iron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197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 60 GiB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1,137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757 GiB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93192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</a:rPr>
              <a:t>1,817,790 raw spectra; 480k after quality cut (ZCAT_PRIMARY ∧ COADD_FIBERSTATUS=0 ∧ OBJTYPE='TGT').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C63A3A"/>
                </a:solidFill>
              </a:rPr>
              <a:t>NERSC reference: 200 healpix / 394k spectra across the SAME 4 combinations.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1206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</a:rPr>
              <a:t>Our local set has 5.7× more pixels and 4.6× more raw spectra than the reference.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Pulled by tools/spectrumfm/download_desi_subset.py over ~3 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V1 tokenizer — local reproduction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>
                <a:solidFill>
                  <a:srgbClr val="222222"/>
                </a:solidFill>
              </a:rPr>
              <a:t>• Architecture: ConvNeXt-V2 encoder/decoder + Look-Up-Free Quantizer (LFQ, dim=10, codebook=1024).</a:t>
            </a:r>
          </a:p>
          <a:p>
            <a:pPr/>
            <a:r>
              <a:rPr sz="1800">
                <a:solidFill>
                  <a:srgbClr val="222222"/>
                </a:solidFill>
              </a:rPr>
              <a:t>• Trained: 15,000 steps, batch 16, lr 3e-4, AMP enabled, one NVIDIA L4.</a:t>
            </a:r>
          </a:p>
          <a:p>
            <a:pPr/>
            <a:r>
              <a:rPr sz="1800">
                <a:solidFill>
                  <a:srgbClr val="222222"/>
                </a:solidFill>
              </a:rPr>
              <a:t>• Result: val_total = 1.70, val_recon = 1.38 at step 13,000 (best ckpt).</a:t>
            </a:r>
          </a:p>
          <a:p>
            <a:pPr/>
            <a:r>
              <a:rPr sz="1800">
                <a:solidFill>
                  <a:srgbClr val="222222"/>
                </a:solidFill>
              </a:rPr>
              <a:t>• NERSC reference: val_recon = 1.35 at step 16,500 on 200 healpix / 394k spectra.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C63A3A"/>
                </a:solidFill>
              </a:rPr>
              <a:t>Matched the NERSC baseline within 0.03 on val_recon — on roughly half the training corpus.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Frozen as the spectrum tokenizer for every Approach-A run that follows.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Diagnostic journey — 4 hypotheses for the ignition gap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111556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0"/>
                <a:gridCol w="2560320"/>
                <a:gridCol w="4206240"/>
              </a:tblGrid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Hypothesis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Evidence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Hparam mismatch (Phase 9 batch/lr × Phase 10 mask)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Necessary but not sufficient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Fix doubled peak val_z_acc 3.9 → 8.2%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Data scale (need ≥394k spectra)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Ruled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729k matched 219k exactly (6–8% plateau)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Random-seed luck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Ruled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4-seed sweep: 3.8%–8.8% range (1–3pp std)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Data MIX (sv3+main × bright+dark)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CONFIRMED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First arm to ignite, sustained ≥10%, AR/TF 0.73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93776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666666"/>
                </a:solidFill>
              </a:rPr>
              <a:t>The buried clue: published log line “200 healpix files (sv3+main, bright+dark)” — easy to misread as 200 sv3-bright pixels.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Each row took 5–8 h of training to confirm or refute.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Ignition achieved — mix-run val trajectory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457200"/>
          <a:ext cx="39319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164592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val_z_acc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val_loss_redshift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0.028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4.88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3000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4.50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0.034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4.24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6500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0.055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4.08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7500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0.081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3.97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8500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0.092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3.81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9000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3.73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0.149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3.69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diversity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188720"/>
            <a:ext cx="68580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5216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C63A3A"/>
                </a:solidFill>
              </a:rPr>
              <a:t>Mix run (red): first to cross sustained 10%; reaches lowest val_loss (190.7).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Pass criteria from the plan — all three met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10058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286000"/>
                <a:gridCol w="3200400"/>
                <a:gridCol w="1371600"/>
              </a:tblGrid>
              <a:tr h="8001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Criterion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Achieved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Verdict</a:t>
                      </a:r>
                    </a:p>
                  </a:txBody>
                  <a:tcPr/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val_redshift_acc sustained ≥ 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≥10% across 2+ vals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10.85% @ step 9000, 14.86% @ step 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PASS</a:t>
                      </a:r>
                    </a:p>
                  </a:txBody>
                  <a:tcPr/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val_loss_redshift cumulative drop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≥ 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4.88 → 3.69 (drop 1.19)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PASS</a:t>
                      </a:r>
                    </a:p>
                  </a:txBody>
                  <a:tcPr/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AR / TF ratio at peak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≥ 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7.96% / 10.85% = 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PASS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38912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666666"/>
                </a:solidFill>
              </a:rPr>
              <a:t>Best val_loss = 190.67 (vs all prior runs' 200–225 floor).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C63A3A"/>
                </a:solidFill>
              </a:rPr>
              <a:t>AR/TF ratio 0.73 vs NERSC reference 0.74 — quantitatively matches the published result.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Phase 14–15 — tokenizer comparison (V1 / V2 / codecs)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457200"/>
          <a:ext cx="978408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017520"/>
                <a:gridCol w="1097280"/>
                <a:gridCol w="1097280"/>
                <a:gridCol w="2103120"/>
                <a:gridCol w="1280160"/>
              </a:tblGrid>
              <a:tr h="3566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arm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tokenizer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TF z_acc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AR z_acc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codebook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C5B"/>
                          </a:solidFill>
                        </a:rPr>
                        <a:t>fair good-z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ConvNeXt+LFQ (256-lvl 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5.00 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0.192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V2 +skips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+U-Net skips (1024)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0.00 bits (collapsed)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—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V2 no-skip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+tophat/entropy (1024)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5.24 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0.192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codecs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Mamba3+RFSQ (256-lvl 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6.27 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v1_v2_codecs_l4x2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2743200"/>
            <a:ext cx="7772400" cy="28937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C63A3A"/>
                </a:solidFill>
              </a:rPr>
              <a:t>Three structurally different healthy tokenizers (ConvNeXt+LFQ, +tophat, Mamba3+RFSQ) all converge to ~0.50–0.55. Tokenizer architecture is NOT the bottleneck once the codebook is healthy; V2+skips collapses (codes bypassed).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>
                <a:solidFill>
                  <a:srgbClr val="222222"/>
                </a:solidFill>
              </a:rPr>
              <a:t>• DONE: 2×L4 rerun (correct PCI_BUS_ID mapping, bf16, eff batch 64) → V1 55% TF / 57% AR</a:t>
            </a:r>
          </a:p>
          <a:p>
            <a:pPr lvl="1"/>
            <a:r>
              <a:rPr sz="1400">
                <a:solidFill>
                  <a:srgbClr val="222222"/>
                </a:solidFill>
              </a:rPr>
              <a:t>– 3.7× the A16 mix run; honest AR matches the NERSC reference (55%)</a:t>
            </a:r>
          </a:p>
          <a:p>
            <a:pPr/>
            <a:r>
              <a:rPr sz="1500">
                <a:solidFill>
                  <a:srgbClr val="222222"/>
                </a:solidFill>
              </a:rPr>
              <a:t>• DONE: V2 tokenizer revisited — skip-bypass codebook collapse diagnosed and fixed</a:t>
            </a:r>
          </a:p>
          <a:p>
            <a:pPr lvl="1"/>
            <a:r>
              <a:rPr sz="1400">
                <a:solidFill>
                  <a:srgbClr val="222222"/>
                </a:solidFill>
              </a:rPr>
              <a:t>– Skip-free V2 ties V1: codebook entropy, not reconstruction loss, predicts usefulness</a:t>
            </a:r>
          </a:p>
          <a:p>
            <a:pPr/>
            <a:r>
              <a:rPr sz="1500">
                <a:solidFill>
                  <a:srgbClr val="222222"/>
                </a:solidFill>
              </a:rPr>
              <a:t>• DONE: codecs (Mamba3+RFSQ) tokenizer swap — ties V1 (0.53 TF / 0.52 AR)</a:t>
            </a:r>
          </a:p>
          <a:p>
            <a:pPr lvl="1"/>
            <a:r>
              <a:rPr sz="1400">
                <a:solidFill>
                  <a:srgbClr val="222222"/>
                </a:solidFill>
              </a:rPr>
              <a:t>– Tokenizer architecture is not the bottleneck; codebook health gates usability</a:t>
            </a:r>
          </a:p>
          <a:p>
            <a:pPr/>
            <a:r>
              <a:rPr sz="1500">
                <a:solidFill>
                  <a:srgbClr val="222222"/>
                </a:solidFill>
              </a:rPr>
              <a:t>• Next: scale steps/data toward the NERSC 73.8% peak (local config plateaus ~55%)</a:t>
            </a:r>
          </a:p>
          <a:p>
            <a:pPr lvl="1"/>
            <a:r>
              <a:rPr sz="1400">
                <a:solidFill>
                  <a:srgbClr val="222222"/>
                </a:solidFill>
              </a:rPr>
              <a:t>– Optional: codecs multi-token expansion to use all 3 RFSQ residual layers</a:t>
            </a:r>
          </a:p>
          <a:p>
            <a:pPr/>
            <a:r>
              <a:rPr sz="1500">
                <a:solidFill>
                  <a:srgbClr val="222222"/>
                </a:solidFill>
              </a:rPr>
              <a:t>• Open PRs: cosmologyfoundation/redshifty#1 (+ multi-GPU fixes), codecs#1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None of the next items depend on NERSC compute.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82C5B"/>
                </a:solidFill>
              </a:rPr>
              <a:t>Acknowledgments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>
                <a:solidFill>
                  <a:srgbClr val="222222"/>
                </a:solidFill>
              </a:rPr>
              <a:t>• Jonathan Samuel (USF) — author of the redshifty Approach-A repo and the PRODUCTION_RUN_PLAN.md / RESEARCH_LOG.md that this reproduction works against.</a:t>
            </a:r>
          </a:p>
          <a:p>
            <a:pPr/>
            <a:r>
              <a:rPr sz="1600">
                <a:solidFill>
                  <a:srgbClr val="222222"/>
                </a:solidFill>
              </a:rPr>
              <a:t>• Xiaosheng Huang (USF) — SpectrumFM PI; spectroscopy-side architecture review.</a:t>
            </a:r>
          </a:p>
          <a:p>
            <a:pPr/>
            <a:r>
              <a:rPr sz="1600">
                <a:solidFill>
                  <a:srgbClr val="222222"/>
                </a:solidFill>
              </a:rPr>
              <a:t>• Stephen Bailey (LBNL) — Redrock + DESI corpus expertise that grounds the 4-way data-mix interpretation.</a:t>
            </a:r>
          </a:p>
          <a:p>
            <a:pPr/>
            <a:r>
              <a:rPr sz="1600">
                <a:solidFill>
                  <a:srgbClr val="222222"/>
                </a:solidFill>
              </a:rPr>
              <a:t>• DESI Collaboration — public EDR/DR1 data tier.</a:t>
            </a:r>
          </a:p>
          <a:p>
            <a:pPr/>
            <a:r>
              <a:rPr sz="1600">
                <a:solidFill>
                  <a:srgbClr val="222222"/>
                </a:solidFill>
              </a:rPr>
              <a:t>• Anthropic / Claude Code — the diagnostic-ladder + harness implementation pair-programmer.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85216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182C5B"/>
                </a:solidFill>
              </a:rPr>
              <a:t>Questions / discussion / PR review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