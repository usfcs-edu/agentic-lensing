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82C5B"/>
                </a:solidFill>
              </a:rPr>
              <a:t>Reproducing SpectrumFM Phase-10 Ignition
on Commodity GPUs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666666"/>
                </a:solidFill>
              </a:rPr>
              <a:t>Phase 13 Internal Reproduction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Greg Benson, USF  ·  29 May 2026  ·  SpectrumFM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Context — “one model, six classes”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182C5B"/>
                </a:solidFill>
              </a:rPr>
              <a:t>“The central claim is 'one model, six classes': a single SpectrumFM with one set of weights will handle six DESI target classes at production-grade quality. — DOE Genesis Project Narrative, v7”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92608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97680"/>
                <a:gridCol w="4572000"/>
              </a:tblGrid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Regime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Phase I approach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Label-rich (Redrock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LRG, ELG, QSO (extragalactic); MWS (stars)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Pre-training + auxiliary redshift head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Extensibility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LBGs, LAEs (extragalactic)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Few-shot fine-tuning, ≤ 5,000 examples per class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This work validates the Phase-I pre-training + auxiliary redshift head architecture at small scale on commodity GPUs.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DOE Genesis SpectrumFM proposal v7 (Huang PI / USF, LBNL, NOIRLab, FSU)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Phase I Milestones — where this work lands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685800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Measurable milestone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Months 1–3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Curation and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DESI corpus and VI labels assembled. Architecture (auxiliary redshift head, physical prior regularization, MSM) implemented and validated on small-scale runs.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Months 4–6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Pre-training from Scratch and Label-Rich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Full-scale pre-training on Perlmutter executed; scaling curves established. Objective 2a complete.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Months 7–9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Extensibility, Alignment, and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Human Alignment Training executed. Objectives 1, 2b, and 3 complete. Phase I report and Phase II proposal submitted.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63A3A"/>
                </a:solidFill>
              </a:rPr>
              <a:t>Months 1–3 explicitly call for “small-scale” validation of the auxiliary redshift head — this is exactly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Also de-risks the small-scale-runs requirement before ERCAP allocation lands.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Quotes verbatim from proposals/doe_genesis_spectrumfm_project_narrative_v7.docx, Section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Local toolchain — Track 2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66666"/>
                </a:solidFill>
              </a:rPr>
              <a:t>Yaml-driven experiment runner, parses both redshifty and codecs metric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tools/spectrumfm/exp_run.py — yaml spec → subprocess + tee + metric parse → metrics.jsonl + summary.md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tools/spectrumfm/exp_analyze.py — --digest &lt;run&gt; and --compare &lt;runs...&gt; (markdown table + PNG plot)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tools/spectrumfm/download_desi_subset.py — public DESI mirror, --release {edr,dr1}, resumable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Drives both repos via one interface, mirroring redshifty/RESEARCH_LOG.md format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Five Approach-A arms (broken, phase10, xlarge, seed sweep, mix) ran through this harness unchanged.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Outputs preserved under experiments/runs/&lt;run_id&gt;/ with spec.yaml + stdout.log + metrics.jsonl + summary.md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~350 lines of Python total for the harness.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Data — local DESI mix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Survey ×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Pixels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Disk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sv3 × bright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EDR/fuji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304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sv3 × 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EDR/fuji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356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main × bright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DR1/iron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 36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main × 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DR1/iron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 60 GiB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1,137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757 GiB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1,817,790 raw spectra; 480k after quality cut (ZCAT_PRIMARY ∧ COADD_FIBERSTATUS=0 ∧ OBJTYPE='TGT').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63A3A"/>
                </a:solidFill>
              </a:rPr>
              <a:t>NERSC reference: 200 healpix / 394k spectra across the SAME 4 combinations.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Our local set has 5.7× more pixels and 4.6× more raw spectra than the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Pulled by tools/spectrumfm/download_desi_subset.py over ~3 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V1 tokenizer — local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22222"/>
                </a:solidFill>
              </a:rPr>
              <a:t>• Architecture: ConvNeXt-V2 encoder/decoder + Look-Up-Free Quantizer (LFQ, dim=10, codebook=1024).</a:t>
            </a:r>
          </a:p>
          <a:p>
            <a:pPr/>
            <a:r>
              <a:rPr sz="1800">
                <a:solidFill>
                  <a:srgbClr val="222222"/>
                </a:solidFill>
              </a:rPr>
              <a:t>• Trained: 15,000 steps, batch 16, lr 3e-4, AMP enabled, one NVIDIA L4.</a:t>
            </a:r>
          </a:p>
          <a:p>
            <a:pPr/>
            <a:r>
              <a:rPr sz="1800">
                <a:solidFill>
                  <a:srgbClr val="222222"/>
                </a:solidFill>
              </a:rPr>
              <a:t>• Result: val_total = 1.70, val_recon = 1.38 at step 13,000 (best ckpt).</a:t>
            </a:r>
          </a:p>
          <a:p>
            <a:pPr/>
            <a:r>
              <a:rPr sz="1800">
                <a:solidFill>
                  <a:srgbClr val="222222"/>
                </a:solidFill>
              </a:rPr>
              <a:t>• NERSC reference: val_recon = 1.35 at step 16,500 on 200 healpix / 394k spectra.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63A3A"/>
                </a:solidFill>
              </a:rPr>
              <a:t>Matched the NERSC baseline within 0.03 on val_recon — on roughly half the training corpus.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Frozen as the spectrum tokenizer for every Approach-A run that follows.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Diagnostic journey — 4 hypotheses for the ignition gap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560320"/>
                <a:gridCol w="420624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Evidence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Hparam mismatch (Phase 9 batch/lr × Phase 10 mask)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Necessary but not sufficient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Fix doubled peak val_z_acc 3.9 → 8.2%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scale (need ≥394k spectra)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Ruled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729k matched 219k exactly (6–8% plateau)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Random-seed luck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Ruled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4-seed sweep: 3.8%–8.8% range (1–3pp std)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Data MIX (sv3+main × bright+dark)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First arm to ignite, sustained ≥10%, AR/TF 0.73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The buried clue: published log line “200 healpix files (sv3+main, bright+dark)” — easy to misread as 200 sv3-bright pixels.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Each row took 5–8 h of training to confirm or refute.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Ignition achieved — mix-run val trajectory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457200"/>
          <a:ext cx="3931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val_z_acc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val_loss_redshift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4.50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4.08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3.97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3.81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3.73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3.69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diversity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63A3A"/>
                </a:solidFill>
              </a:rPr>
              <a:t>Mix run (red): first to cross sustained 10%; reaches lowest val_loss (190.7).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Pass criteria from the plan — all three met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3200400"/>
                <a:gridCol w="1371600"/>
              </a:tblGrid>
              <a:tr h="800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Verdict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val_redshift_acc sustained ≥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≥10% across 2+ 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10.85% @ step 9000, 14.86% @ step 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val_loss_redshift cumulative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≥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4.88 → 3.69 (drop 1.19)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AR / TF ratio at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≥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7.96% / 10.85% = 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66666"/>
                </a:solidFill>
              </a:rPr>
              <a:t>Best val_loss = 190.67 (vs all prior runs' 200–225 floor).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63A3A"/>
                </a:solidFill>
              </a:rPr>
              <a:t>AR/TF ratio 0.73 vs NERSC reference 0.74 — quantitatively matches the published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Phase 14–15 — tokenizer comparison (V1 / V2 / codecs)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457200"/>
          <a:ext cx="97840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017520"/>
                <a:gridCol w="1097280"/>
                <a:gridCol w="1097280"/>
                <a:gridCol w="2103120"/>
                <a:gridCol w="1280160"/>
              </a:tblGrid>
              <a:tr h="3566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tokenizer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TF z_acc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AR z_acc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codebook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2C5B"/>
                          </a:solidFill>
                        </a:rPr>
                        <a:t>fair good-z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ConvNeXt+LFQ (256-lvl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5.00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0.192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V2 +skips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+U-Net skips (1024)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0.00 bits (collapsed)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V2 no-skip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+tophat/entropy (1024)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5.24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0.192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codecs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Mamba3+RFSQ (256-lvl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6.27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v1_v2_codecs_l4x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743200"/>
            <a:ext cx="7772400" cy="2893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63A3A"/>
                </a:solidFill>
              </a:rPr>
              <a:t>Three structurally different healthy tokenizers (ConvNeXt+LFQ, +tophat, Mamba3+RFSQ) all converge to ~0.50–0.55. Tokenizer architecture is NOT the bottleneck once the codebook is healthy; V2+skips collapses (codes bypassed).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Phase 16 — per-class redshift parity vs Redrock (Metric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Honest encoder-masked |Δz|/(1+z); ZWARN=0 held-out set; pass = catastrophic rate within 5pp of zero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"/>
          <a:ext cx="10972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2926080"/>
                <a:gridCol w="2926080"/>
                <a:gridCol w="1645920"/>
              </a:tblGrid>
              <a:tr h="4724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catastrophic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median |Δz|/(1+z)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verdict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MWS (stars)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PASS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BGS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95.7%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0.0361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FAIL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0.0630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FAIL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ELG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97.8%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0.1106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FAIL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QSO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97.3%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0.1782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FAIL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63A3A"/>
                </a:solidFill>
              </a:rPr>
              <a:t>Only stars reach good-z parity. Failure ordering MWS≪BGS&lt;LRG&lt;ELG&lt;QSO tracks spectroscopic difficulty exactly → the metric is real. Coarse z is learned (60% within |Δz|/(1+z)&lt;0.05); DESI precision is not. V1≈V2 no-skip.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tools/spectrumfm/eval_per_class.py (+ desi_targets.py); decode vs SPECTYPE 98.7% agree. * QSO Redrock-only comparator.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Phase 16 — frozen-encoder six-class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Linear probe on frozen mean-pooled encoder features (redshift token masked); healpix-disjoint split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2743200"/>
                <a:gridCol w="237744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V2 no-skip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no-skill baseline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0.097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0.321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per-class F1 (V2)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MWS .95 / BGS .92 / ELG 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LRG .87 / QSO 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63A3A"/>
                </a:solidFill>
              </a:rPr>
              <a:t>The encoder learns WHAT an object is (macro-F1 0.81–0.85, +0.72 over no-skill) even where it cannot pin HOW FAR (Metric 1). Classification capability and redshift precision are DISTINCT — the precision gap is not a representation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</a:rPr>
              <a:t>Only confusions are physical: QSO↔ELG (emission-line), LRG↔BGS (red galaxies).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tools/spectrumfm/probe_six_class.py; supports the proposal's “one encoder, six classes” claim.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Phase 16 — physical-prior ablation: redshift equivariance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Self-supervised: shift a spectrum by δz → require predicted z to move by δz (flag-gated, default-off)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"/>
          <a:ext cx="102412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377440"/>
                <a:gridCol w="2377440"/>
              </a:tblGrid>
              <a:tr h="6172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equivariance response  d E[z]/d(δz)  (ideal 1.0)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V1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eqprior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δz = +0.05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0.35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δz = +0.10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0.27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δz = +0.20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0.14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63A3A"/>
                </a:solidFill>
              </a:rPr>
              <a:t>Prior WORKS mechanically (non-equivariant 0.00 → 0.35 at small shifts) but per-class catastrophic rate is UNCHANGED (aggregate good-z 24.1% → 24.5%).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82C5B"/>
                </a:solidFill>
              </a:rPr>
              <a:t>Principled null: equivariance is shift-CONSISTENCY; galaxy |Δz| (~0.04–0.18) is off by 10–50× the 0.0033 threshold. Consistency cannot fix absolute error → SCALE is the lever.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nersc/physical_priors.py; 15k-step matched treatment vs V1 control, both L4s.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Phase 17 — is tokenizer compression the bottleneck? (No)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Finer 16x / 544-token tokenizer (~12 A/tok) vs 32x V1 (~23.5 A/tok); matched 15k arms, max_seq_len 1024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206240"/>
              </a:tblGrid>
              <a:tr h="33963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V1 cat% / med|dz|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finer16x cat% / med|dz|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LRG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97.5%  /  0.063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98.0%  /  0.088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ELG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97.8%  /  0.111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98.4%  /  0.153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QSO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97.3%  /  0.178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97.3%  /  0.160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2.1%  /  0.0002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2.1%  /  0.0002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BGS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95.7%  /  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95.1%  /  0.045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aggregate good-z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23.9%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63A3A"/>
                </a:solidFill>
              </a:rPr>
              <a:t>Finer compression does NOT close the gap — statistically identical, galaxy median |dz| marginally WORSE (the opposite of what finer localization predicts). Compression is not the precision bottleneck; finer = 2x sequence for zero 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82C5B"/>
                </a:solidFill>
              </a:rPr>
              <a:t>Phases 15–17 rule out EVERY local lever (architecture, physics prior, compression) → scale (data/model/steps) is the lever. NERSC spec uses V1 32x.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tools/spectrumfm/eval_per_class.py head-to-head; reproductions/redshifty/NERSC_SCALING_SPEC.md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Phase 18 — local scaling ladder (does scale help?)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Model-size ladder 13–104M params, 8k steps, eff-batch 64, n=4096 eval; endpoints seed-replicated for noise bars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"/>
          <a:ext cx="9692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097280"/>
                <a:gridCol w="4023360"/>
                <a:gridCol w="1463040"/>
              </a:tblGrid>
              <a:tr h="3135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d_model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good-z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gal-cat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13.1M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0.960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26.8M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0.956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50.0M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0.962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103.7M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0.966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13.1M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0.102  (12pp seed swing!)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0.974</a:t>
                      </a:r>
                    </a:p>
                  </a:txBody>
                  <a:tcPr/>
                </a:tc>
              </a:tr>
              <a:tr h="3135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103.7M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0.213  (0.2pp seed swing)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63A3A"/>
                </a:solidFill>
              </a:rPr>
              <a:t>good-z slope = −0.004/decade (R²=0.04): FLAT. Galaxy ceiling ~22% at every size. Scale buys training STABILITY (small model = coin-flip ignition; large = stable), NOT a higher galaxy ceiling.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82C5B"/>
                </a:solidFill>
              </a:rPr>
              <a:t>Flat LOCAL slope is pre-threshold → inconclusive re NERSC (galaxy z is a phase transition: ref 8%→73.8% over 219k→394k spectra). Precision verdict deferred to full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tools/spectrumfm/scaling_ladder.py; figures/scaling_ladder.png; every local lever now exhausted (Phases 15–18)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222222"/>
                </a:solidFill>
              </a:rPr>
              <a:t>• DONE: 2×L4 rerun (correct PCI_BUS_ID mapping, bf16, eff batch 64) → V1 55% TF / 57% AR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3.7× the A16 mix run; honest AR matches the NERSC reference (55%)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DONE: V2 tokenizer revisited — skip-bypass codebook collapse diagnosed and fixed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Skip-free V2 ties V1: codebook entropy, not reconstruction loss, predicts usefulness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DONE: codecs (Mamba3+RFSQ) tokenizer swap — ties V1 (0.53 TF / 0.52 AR)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Tokenizer architecture is not the bottleneck; codebook health gates usability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DONE: Phase-16 evaluation framework — per-class Metric-1 eval + frozen six-class probe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Metric 1 not met at scale (only stars); encoder learns class strongly (macro-F1 0.81–0.85)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DONE: physical-prior ablation (equivariance) + compression sweep (finer 16x tokenizer)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Both no precision gain → Phases 15–17 rule out EVERY local lever; scale is the lever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DONE: NERSC full-scale spec written (V1 32x, 104M→1.07B ladder, per-class Metric-1 gate)</a:t>
            </a:r>
          </a:p>
          <a:p>
            <a:pPr lvl="1"/>
            <a:r>
              <a:rPr sz="1400">
                <a:solidFill>
                  <a:srgbClr val="222222"/>
                </a:solidFill>
              </a:rPr>
              <a:t>– reproductions/redshifty/NERSC_SCALING_SPEC.md — ready to run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Next (optional local): data×model-size scaling ladder to pin the low end of the Metric-3 curve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Next (real): full-DR1 / 250M–1B Perlmutter runs — the actual precision verdict</a:t>
            </a:r>
          </a:p>
          <a:p>
            <a:pPr/>
            <a:r>
              <a:rPr sz="1400">
                <a:solidFill>
                  <a:srgbClr val="222222"/>
                </a:solidFill>
              </a:rPr>
              <a:t>• Open PRs: cosmologyfoundation/redshifty#1 (+ multi-GPU fixes), codecs#1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Local prototyping done; precision now requires NERSC-scale compute (the proposal's Phase-I premise).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82C5B"/>
                </a:solidFill>
              </a:rPr>
              <a:t>Acknowledgments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222222"/>
                </a:solidFill>
              </a:rPr>
              <a:t>• Jonathan Samuel (USF) — author of the redshifty Approach-A repo and the PRODUCTION_RUN_PLAN.md / RESEARCH_LOG.md that this reproduction works against.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Xiaosheng Huang (USF) — SpectrumFM PI; spectroscopy-side architecture review.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Stephen Bailey (LBNL) — Redrock + DESI corpus expertise that grounds the 4-way data-mix interpretation.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DESI Collaboration — public EDR/DR1 data tier.</a:t>
            </a:r>
          </a:p>
          <a:p>
            <a:pPr/>
            <a:r>
              <a:rPr sz="1600">
                <a:solidFill>
                  <a:srgbClr val="222222"/>
                </a:solidFill>
              </a:rPr>
              <a:t>• Anthropic / Claude Code — the diagnostic-ladder + harness implementation pair-programmer.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82C5B"/>
                </a:solidFill>
              </a:rPr>
              <a:t>Questions / discussion / PR review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