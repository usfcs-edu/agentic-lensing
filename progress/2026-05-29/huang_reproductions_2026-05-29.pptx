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0"/>
            <a:ext cx="11274552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82C5B"/>
                </a:solidFill>
              </a:rPr>
              <a:t>Reproducing the Huang-Group
Strong-Lensing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0">
                <a:solidFill>
                  <a:srgbClr val="C63A3A"/>
                </a:solidFill>
              </a:rPr>
              <a:t>A one-week onboarding sprint — five results re-derived from the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Greg Benson  ·  University of San Francisco  ·  29 May 2026  ·  for the Huang Lensing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The program — and what this sprint covered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66666"/>
                </a:solidFill>
              </a:rPr>
              <a:t>Huang group: ML discovery of strong lenses in DESI surveys, then follow-up + modeling. ~5,500 candidates across DR8/9/10 — an order-of-magnitude expansion of the field.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120640"/>
                <a:gridCol w="4389120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Pillar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What it does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2C5B"/>
                          </a:solidFill>
                        </a:rPr>
                        <a:t>Reproduced here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Discover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Five complementary modalities find lenses in DESI imaging + spectra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Huang 2020 &amp; 2021 (image finders); Hsu 2025 (spectroscopic pairs)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Characterize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DESI Strong Lens Foundry — HST/DESI/Keck/VLT follow-up + GIGA-Lens modeling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Foundry I (GIGA-Lens fit of an HST-confirmed system)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Cosmologize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H₀ and dark-matter substructure (downstream science)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— (future)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63A3A"/>
                </a:solidFill>
              </a:rPr>
              <a:t>This sprint reproduced 5 results across these pillars — 4 of them with NO public code (re-implemented from the methods sections) — on local GPUs, in ~1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Plus an adjacent foundation-model track: the SpectrumFM / redshifty redshift-ignition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</a:rPr>
              <a:t>Onboarding context: plans/AGENTIC_LENSING_ONBOARDING_PLAN.md (16-paper landscape).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Scoreboard — five reproductions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521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463040"/>
                <a:gridCol w="4846320"/>
                <a:gridCol w="2194560"/>
                <a:gridCol w="146304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Effort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Pillar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Reproduced result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vs published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Status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Huang 2020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Discover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Test AUC 0.9943 (DR7) / 0.9991 (DR9)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paper val AUC 0.98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✓ complete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Huang 2021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Discover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Shielded net 59,905 params (58.6× smaller); AUC ≈ L18 within ±0.002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matches central claim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in progress (DR8)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Foundry 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Characterize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θ_E to 3.0%; all 6 mass-parameter signs recovered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GIGA-Lens on HST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✓ complete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Hsu 2025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Discover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13,530 pairs / 27,334 spectra; 100% recall on Table 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paper 13,218 / 26,621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✓ complete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SpectrumFM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Foundation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Redshift ignition; AR/TF ratio 0.73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NERSC ref 0.74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✓ reproduced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66666"/>
                </a:solidFill>
              </a:rPr>
              <a:t>Detail on each follows. Absolute finder AUCs carry a known training-leakage caveat (see integrity slide).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Huang 2020 — image lens-finder (Discover)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</a:rPr>
              <a:t>DESI DECaLS ResNet classifier — re-implemented from scratch (no public code)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Architecture: Lanusse 2018 / CMU-DeepLens ResNet-46 (3.5M params), reimplemented in PyTorch from Lanusse §3.1.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Inputs: 101×101 px grz cutouts (0.262″/px); 949 NeuraLens L18 lens positives + 5,000 random DR1 negatives.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Training: 120 epochs, Adam, stratified 70/20/10 split.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– ~25 minutes on a single L4 GPU.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Deployed full-sky via a brick-driven inference pipeline (see results).</a:t>
            </a:r>
          </a:p>
        </p:txBody>
      </p:sp>
      <p:pic>
        <p:nvPicPr>
          <p:cNvPr id="5" name="Picture 4" descr="lanusse_resnet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198795"/>
            <a:ext cx="4206240" cy="5518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557784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Lanusse / CMU-DeepLens ResNet-46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</a:rPr>
              <a:t>reproductions/huang-2020/ — scripts 01–16 + papers/main.pdf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Huang 2020 —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82C5B"/>
                          </a:solidFill>
                        </a:rPr>
                        <a:t>Training set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82C5B"/>
                          </a:solidFill>
                        </a:rPr>
                        <a:t>Val AUC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82C5B"/>
                          </a:solidFill>
                        </a:rPr>
                        <a:t>Test AUC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DR9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0.9983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0.9991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DR7 (paper-exact)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0.9890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0.9943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Paper reported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38328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Recovery of published candidates @ p ≥ 0.9: Grade A 83%, B 64%, C 28%.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Brick-driven inference: ~200× faster than the per-object cutout endpoint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– full DR7 footprint in ~10 hours instead of ~84 days.</a:t>
            </a:r>
          </a:p>
        </p:txBody>
      </p:sp>
      <p:pic>
        <p:nvPicPr>
          <p:cNvPr id="5" name="Picture 4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766" y="1280160"/>
            <a:ext cx="4357427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54864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ROC — held-out test set (DR9-trained, AUC 0.9991)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</a:rPr>
              <a:t>Test AUC reaches 0.99+ vs the paper's 0.98 — caveat on absolute AUC discussed on the integrity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Huang 2021 — shielded ResNet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38160" y="384048"/>
            <a:ext cx="2103120" cy="384048"/>
          </a:xfrm>
          <a:prstGeom prst="roundRect">
            <a:avLst/>
          </a:prstGeom>
          <a:solidFill>
            <a:srgbClr val="C6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</a:rPr>
              <a:t>The paper's headline innovation: a tiny “shielded” net that matches the big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6949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Shield = 1×1 convolution layers inserted between every three residual blocks (4 shields; final block 32 channels).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Controlled comparison: same DR9/DR7 cutouts, positives, negatives, and split as Huang 2020 — architecture is the ONLY variable.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Shielded net: 59,905 parameters = 58.6× smaller than the 3.5M-parameter L18 baseline.</a:t>
            </a:r>
          </a:p>
        </p:txBody>
      </p:sp>
      <p:pic>
        <p:nvPicPr>
          <p:cNvPr id="6" name="Picture 5" descr="shielded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224369"/>
            <a:ext cx="4206240" cy="5007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557784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Shielded architecture schematic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</a:rPr>
              <a:t>reproductions/huang-2021/ — Phase 4a complete; DR8 deployment (4b/4c) in progress.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Huang 2021 — shielded matches (and beats) L18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7132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737360"/>
                <a:gridCol w="1463040"/>
                <a:gridCol w="14630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Run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Params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Val AUC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Test AUC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L18 / DR9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3,508,833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0.9983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0.9991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Shielded / DR9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59,905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0.9989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0.9988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L18 / north-aug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3,508,833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0.9991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0.9985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Shielded / north-aug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59,905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0.9992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0.9996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3832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63A3A"/>
                </a:solidFill>
              </a:rPr>
              <a:t>Shielded matches L18 within ±0.002 AUC at 59× fewer params — and edges ahead on north-augmented data (0.9996 vs 0.9985).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6583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• DR8 full-sky deployment (in progress): two-model (L18 + shielded) brick inference over ~23M parent galaxies across South (DECaLS) + North (BASS/MzLS) footprints.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</a:rPr>
              <a:t>– All 4 shards scored; Phase 4c recovery + leakage crossmatch pending.</a:t>
            </a:r>
          </a:p>
        </p:txBody>
      </p:sp>
      <p:pic>
        <p:nvPicPr>
          <p:cNvPr id="6" name="Picture 5" descr="shielded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46662"/>
            <a:ext cx="4480560" cy="40732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54864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ROC — shielded vs L18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Foundry I — GIGA-Lens Bayesian modeling (Characterize)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</a:rPr>
              <a:t>Differentiable lens modeling of an HST-confirmed Foundry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6949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Target: DESI-165.4754−06.0423, HST WFC3/F140W (GO-15867, public MAST).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Model: 74 parameters — EPL + external shear + 4 Sérsic lens-light + Sérsic source + shapelets.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Inference: 200-chain multi-start MAP + 200-particle SVI (+ NUTS diagnostic) on 2× L4, ~7 min.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Empirical PSF built from in-field stars — critical for any GIGA-Lens reproduction.</a:t>
            </a:r>
          </a:p>
        </p:txBody>
      </p:sp>
      <p:pic>
        <p:nvPicPr>
          <p:cNvPr id="5" name="Picture 4" descr="cutou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773680"/>
            <a:ext cx="4206240" cy="140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557784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HST WFC3/F140W cutout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</a:rPr>
              <a:t>reproductions/foundry-i/ — scripts 01–25 + papers/main.pdf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Foundry I — posterior vs Huang 2025a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778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920240"/>
                <a:gridCol w="201168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Reproduced (v10 SVI)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Published (HMC)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82C5B"/>
                          </a:solidFill>
                        </a:rPr>
                        <a:t>Match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θ_E (″)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2.566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2.646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3.0%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e₁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0.106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0.109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2.5%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shear position angle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within 1°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γ_EPL (slope)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2.15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1.37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57% steeper (open)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E7A3C"/>
                </a:solidFill>
              </a:rPr>
              <a:t>Recovers all six mass-parameter sign quadrants; θ_E to 3.0% (NUTS second mode to 1.6%).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63A3A"/>
                </a:solidFill>
              </a:rPr>
              <a:t>The γ_EPL slope is 57% steeper than published — flagged as a known open discrepancy (likely one missing constraint), not hidden.</a:t>
            </a:r>
          </a:p>
        </p:txBody>
      </p:sp>
      <p:pic>
        <p:nvPicPr>
          <p:cNvPr id="6" name="Picture 5" descr="map_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97187"/>
            <a:ext cx="4480560" cy="11721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54864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Best-fit model residual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Hsu 2025 — spectroscopic lens-pair search (Discover)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</a:rPr>
              <a:t>Finding “dimple” lenses in 28M DESI DR1 spectra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6949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Pipeline: pre-filter (ZCAT_PRIMARY ∧ ZWARN=0 ∧ ≠STAR ∧ z&gt;0) → spherimatch friends-of-friends (3″ link) → redshift-ratio cut (z_max/z_min ≥ 1.3) → Einstein-radius classifier.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Uses the paper's own public tool: technic960183/spherimatch.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Runs on 28.4M spectra in ~2 minutes on commodity hardware (FoF step ~36 s).</a:t>
            </a:r>
          </a:p>
        </p:txBody>
      </p:sp>
      <p:pic>
        <p:nvPicPr>
          <p:cNvPr id="5" name="Picture 4" descr="inspect_tabl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89375"/>
            <a:ext cx="4206240" cy="39706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557784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Table-2 candidate inspection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</a:rPr>
              <a:t>reproductions/hsu-2025/ — scripts 01–10 + papers/main.pdf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Hsu 2025 — algorithmic match within ~2%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9875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926080"/>
                <a:gridCol w="274320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82C5B"/>
                          </a:solidFill>
                        </a:rPr>
                        <a:t>Stage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82C5B"/>
                          </a:solidFill>
                        </a:rPr>
                        <a:t>Reproduced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82C5B"/>
                          </a:solidFill>
                        </a:rPr>
                        <a:t>Published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After pre-filter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15,786,243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~15.8M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FoF groups (z-ratio ≥ 1.3)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13,530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13,218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Spectra in retained groups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27,334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22222"/>
                          </a:solidFill>
                        </a:rPr>
                        <a:t>26,621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7A3C"/>
                </a:solidFill>
              </a:rPr>
              <a:t>Load-bearing counts reproduce to +2.4% / +2.7% — inside the ±5% validation tolerance.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82C5B"/>
                </a:solidFill>
              </a:rPr>
              <a:t>100% recall on the 20 Grade-A new candidates in Table 2 (median offset 0.91″).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66666"/>
                </a:solidFill>
              </a:rPr>
              <a:t>Visual-inspection grading (the paper's 2,046 / 318 final counts) is out of scope — it needs the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</a:rPr>
              <a:t>Public DESI DR1 + spherimatch; fully reproducible on commodity hardware in ~2 minutes.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SpectrumFM / redshifty — adjacent foundation-model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</a:rPr>
              <a:t>Reproducing the Approach-A “redshift ignition” on commodity GPUs (29 May)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SpectrumFM: a transformer foundation model for DESI spectra with an auxiliary redshift head (Huang DOE Genesis proposal).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Ignition reproduced: peak val redshift-acc 14.86%; AR/TF ratio 0.73 ≈ NERSC reference 0.74.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The load-bearing lever: the 4-way data mix (sv3+main × bright+dark) — not hyperparameters, scale, or seed.</a:t>
            </a:r>
          </a:p>
        </p:txBody>
      </p:sp>
      <p:pic>
        <p:nvPicPr>
          <p:cNvPr id="5" name="Picture 4" descr="diversity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956816"/>
            <a:ext cx="4754880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539496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Validation-loss trajectory — mix run (red) ignites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</a:rPr>
              <a:t>Full detail in reproductions/redshifty/papers/spectrumfm_status_2026-05-29.pptx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How these were done — and where to be careful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82C5B"/>
                </a:solidFill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4 of 5 reproduced from the papers' methods sections — the Huang lens-finder code is not public.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Public + collaboration data: DESI Legacy DR7/DR8, DESI DR1, HST/MAST.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</a:rPr>
              <a:t>• Local rig: 8× A16 + 2× L4 GPUs; every effort = numbered scripts + a LaTeX tech report (reproductions/*/papers/main.pdf).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03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C63A3A"/>
                </a:solidFill>
              </a:rPr>
              <a:t>Honest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45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• NeuraLens-catalog training leakage inflates absolute finder AUCs — so the faithful targets are the RELATIVE comparisons (shielded vs L18, DR9 vs DR7), which hold.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• Foundry I γ_EPL slope discrepancy (57% steeper) is open.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</a:rPr>
              <a:t>• Hsu 2025 visual-inspection grading is not reproduced (a team step).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</a:rPr>
              <a:t>Stating the limits is what makes the matches credible.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• Finish Huang 2021 Phase 4c: merge DR8 shards → recovery by grade/threshold + leakage-aware breakdown + inspection viewer.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• Extend the lens-finder lineage: Storfer 2024 (DR9), Inchausti 2025 (DR10 dual-backbone + meta-learner ensemble).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• More GIGA-Lens application fits (Cikota 2023, Sheu 2024b) reusing the Foundry I harness.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• SpectrumFM: 20k-step extension (trajectory still descending at the 10k cap) + codecs Mamba+RFSQ tokenizer swap.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63A3A"/>
                </a:solidFill>
              </a:rPr>
              <a:t>None of these depend on NERSC compute to begin.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• Five Huang-group results reproduced in ~a week — spanning Discover, Characterize, and the SpectrumFM foundation-model track.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• Method-from-paper reproduction works where code is closed: AUCs ≈0.99, θ_E to 3%, pair counts within 2%, ignition AR/TF 0.73 ≈ 0.74.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• The full local GPU + JAX + PyTorch environment is validated end-to-end.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• Ready to contribute to ongoing efforts: DR8 deployment, Foundry follow-ups, SpectrumFM Phase-I.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82C5B"/>
                </a:solidFill>
              </a:rPr>
              <a:t>From onboarding to production-grade reproductions in one sprint.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C5B"/>
                </a:solidFill>
              </a:rPr>
              <a:t>Acknowledgments &amp;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• Xiaosheng Huang (PI, USF) — program direction; GIGA-Lens &amp; spectroscopy review.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• A. Storfer, Y.-M. Hsu, J. Samuel — candidate catalogs, the spherimatch tool, the redshifty repo.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</a:rPr>
              <a:t>• DESI Collaboration &amp; public archives — Legacy Surveys, DESI DR1, HST/MAST.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82C5B"/>
                </a:solidFill>
              </a:rPr>
              <a:t>Questions / discussion / collaboration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